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3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9AE4C-7522-29DE-7E18-182A22006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394D4C-D500-5438-5957-E0E9653EF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466C78-BB10-A3EB-B65F-0BABB1C6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881BF-5AF6-AA41-1936-F0DD5D39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4DBB22-4981-B67D-6E42-5E2B1601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326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65724-E3B2-791C-317B-0C4180DB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48A4B3-E5CF-63BC-9487-599FCDC7A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3E07E1-611E-13D3-1891-EA286B43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1167DD-4D76-24B5-4E9B-3938B656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58EBC0-F6F6-299B-3795-B67A55ACE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83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4191F-3D25-2FA2-9D4E-6C19A03F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95CA2E-DA24-E9DC-DA06-B76E8A9CC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4276A7-B930-D976-BA84-65081406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748A3C-CA7B-390E-B324-FB653C08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7684DE-6AF1-CD63-21DB-CD23DAA5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59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EC126-05E8-B2AA-C973-885B76C20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8B1C0-8671-FAEE-3B2D-11463BB9C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1EBE79-B85C-628E-B865-F37F220D7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43CC38-4FC4-F77E-80D8-D0884D30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323E10-77D4-57C5-6FE9-E45507BC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EB472C-33FE-5DBA-A77D-0EBA6107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27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D5A9D-53D8-6502-EAF4-9751B9860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EBA6D1-AA08-B349-C103-669354B5A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6E23B5-7F5D-338B-8EF0-7F5190480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B66B73-9A9E-1912-C4E3-B0B7702CE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1B1792-E482-3014-C437-B7ACEBA2E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DD188A-0038-5FC0-C324-E49E5C262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E0CF1B-3D9A-9FD0-2073-477674F0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615740-34EF-4BD8-BEB6-A4504972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33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7B976-3257-57E1-E65F-AF73819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22D0B6-1FA5-9CD8-9021-F62AF3F8D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2962B8-7C0D-FBC6-ACC6-00EDCED10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5E01D8-8B6F-5E22-1E45-FB5D30D4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20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438086-50C9-B239-3DA4-1DF4E9569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1D787E-52F7-3A95-E5C3-8E9BF3BC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D9CE8D-1E14-0129-BC30-CB2093A8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608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2E501-0E81-E2D3-515A-C9D4A0A14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16147F-E33C-FA32-FA80-0D0032C03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BB7967-4328-400B-D269-2B3EB6DD2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25C3DD-BF19-60DB-C141-DEF892A6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39F111-27C1-0E60-FF0F-7B38957C1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077ECA-54EC-61C2-6D08-2F1A6A150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083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36166-3557-D916-3ACC-1C99EF497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4F9A21-23AF-D78A-D9EA-097DC2DCE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159647-CF23-D5A7-9B2F-611901114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05311E-4854-8729-C909-C8E01376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C349F5-D316-395F-4441-0A5DE601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7D8BB2-B35C-BBA4-B394-A378FC31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26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5949C-CCB0-3042-F543-A3335D86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DD2EEC-7207-9E0A-3E94-7808F7402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895BEC-7611-8F45-F5D3-227A21381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182867-2C75-974D-EB5C-D3AA92C6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969396-7289-C31D-109F-7F19FA52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80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1D4190-8EB4-656E-96D7-005895283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39F6D1-D9E0-3B58-45D3-1B2A820C5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DB58DB-3FA8-A2EB-28DF-6FB8FACCD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BFF68-2C73-1910-63D6-FBB568B2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266101-4C0F-15A2-3136-88817475F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03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0A56A9-6F84-2A72-99C8-3184848E5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9720C6-97EF-C84E-C1CA-41F1031A9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B7B11D-2769-1C26-9CAC-AC349AEB0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CEBEF-4E61-408E-AEFA-25E8D561F0FA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7E1C27-0643-8D08-3210-688BC804C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C242E4-BBF5-4F05-8A19-D1A855BEE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7403A-8BA8-42D3-9564-162BF5D29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574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59BFDB9-4024-A49D-D5A0-E5D9656A81C8}"/>
              </a:ext>
            </a:extLst>
          </p:cNvPr>
          <p:cNvGrpSpPr/>
          <p:nvPr/>
        </p:nvGrpSpPr>
        <p:grpSpPr>
          <a:xfrm>
            <a:off x="281152" y="0"/>
            <a:ext cx="11602375" cy="6858000"/>
            <a:chOff x="281152" y="0"/>
            <a:chExt cx="11602375" cy="685800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E2DE52C-3073-55BF-70C1-450E7F764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62304" y="0"/>
              <a:ext cx="3867391" cy="685800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9B97FE7-C0AB-ABAD-77DF-2B910F273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152" y="0"/>
              <a:ext cx="3881152" cy="685800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D96ED06-ACC6-FB74-2C5E-1AF44138E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29695" y="0"/>
              <a:ext cx="385383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976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峻纶 朱</dc:creator>
  <cp:lastModifiedBy>峻纶 朱</cp:lastModifiedBy>
  <cp:revision>1</cp:revision>
  <dcterms:created xsi:type="dcterms:W3CDTF">2025-07-01T05:51:59Z</dcterms:created>
  <dcterms:modified xsi:type="dcterms:W3CDTF">2025-07-01T05:52:11Z</dcterms:modified>
</cp:coreProperties>
</file>